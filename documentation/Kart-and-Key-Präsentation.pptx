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16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AA5B88-60F8-62AD-7280-4F7E01D80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D210E51-7BE0-F119-1EA9-A6169EA46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DB8CDE-DB67-AF84-B5FA-FAF699C5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2FAE0-7FC0-4958-B0BB-576237B7B66F}" type="datetimeFigureOut">
              <a:rPr lang="de-AT" smtClean="0"/>
              <a:t>08.05.2026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AAC4F1-2706-18AB-0E1E-CA1B5EA34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512E3C-98EA-0F6A-9E26-892835AE9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1AFF-AF19-4AA0-8844-5D2690B9A6A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6646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8FF8F4-A625-9447-F92F-BB835178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26AABF-2143-A698-245A-CA2EE36B4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E1EE5D-4894-3B4E-3C40-B9438DB7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2FAE0-7FC0-4958-B0BB-576237B7B66F}" type="datetimeFigureOut">
              <a:rPr lang="de-AT" smtClean="0"/>
              <a:t>08.05.2026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B4CA44-6DB0-4275-D3C6-30B426B4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6FE982-8387-6E53-5F51-769BF1564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1AFF-AF19-4AA0-8844-5D2690B9A6A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30349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2BCBC2-0F7C-2B68-B23C-BE1E5E96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282B95-E7F8-4624-D75F-B9E66A57A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3D4463-D6FC-98DE-EE73-FA10092B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2FAE0-7FC0-4958-B0BB-576237B7B66F}" type="datetimeFigureOut">
              <a:rPr lang="de-AT" smtClean="0"/>
              <a:t>08.05.2026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854D3C-1BE1-5545-AF1E-0E1D975F7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8C2FE3-1465-F748-B8C4-7AABF530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1AFF-AF19-4AA0-8844-5D2690B9A6A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28716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98A6C5-9FA7-7561-BF2B-D5F752A5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A040CC-5A9F-1487-9FA4-8FEA48A18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7CF353-2DFF-46F5-F283-FCD7BD994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F2F6F9-65F3-BADA-5888-ECC8BF6D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2FAE0-7FC0-4958-B0BB-576237B7B66F}" type="datetimeFigureOut">
              <a:rPr lang="de-AT" smtClean="0"/>
              <a:t>08.05.2026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7BA180-FE0F-4A3E-00FA-C07A1C7C7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24EDCBE-D27D-D1CB-B77C-7143C2C4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1AFF-AF19-4AA0-8844-5D2690B9A6A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1119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8E9CDF-DD80-0268-5AD9-D78E5480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90522E-CE1F-68BE-3498-CF894102F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4DF8ABC-F288-6D7C-6304-7B6E6A0D8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547F961-321D-8717-848A-588CBF9DB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4E5659E-3B72-E0E3-29C9-9427DC44B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8BBB6F7-1A8A-D574-3EDC-2E0B0347F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2FAE0-7FC0-4958-B0BB-576237B7B66F}" type="datetimeFigureOut">
              <a:rPr lang="de-AT" smtClean="0"/>
              <a:t>08.05.2026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BFDA37-8983-DB03-E0DB-EAE98E234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1DE9425-358A-9A1D-5E28-D9C39C7F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1AFF-AF19-4AA0-8844-5D2690B9A6A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8681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DB714-E5A3-F411-24CD-A0BDC578E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1F24F21-3B67-671F-1525-A115AEC82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2FAE0-7FC0-4958-B0BB-576237B7B66F}" type="datetimeFigureOut">
              <a:rPr lang="de-AT" smtClean="0"/>
              <a:t>08.05.2026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85820A0-E27B-F4BF-D443-9778C022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A631FBA-D516-0B41-50E6-7D300279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1AFF-AF19-4AA0-8844-5D2690B9A6A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78437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5FDF6B8-44DC-FF7B-969A-3DA244AB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2FAE0-7FC0-4958-B0BB-576237B7B66F}" type="datetimeFigureOut">
              <a:rPr lang="de-AT" smtClean="0"/>
              <a:t>08.05.2026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53730F9-01AD-CC4F-F34F-B96571742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32EBAA-BE72-DC29-3D6E-3F6FF539D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1AFF-AF19-4AA0-8844-5D2690B9A6A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94961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65285E-2E46-F1EB-C44C-494414225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53EE56-A14D-4DC9-9A5A-7614ECEC2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5B3099-F8FE-00C0-A08E-B0915CF18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3BFDA9-6D80-B733-FD9D-9653C490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2FAE0-7FC0-4958-B0BB-576237B7B66F}" type="datetimeFigureOut">
              <a:rPr lang="de-AT" smtClean="0"/>
              <a:t>08.05.2026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E21B58-418D-A09D-A718-D21B2EE8D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DD5072-7662-B0E2-C50C-13B21E48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1AFF-AF19-4AA0-8844-5D2690B9A6A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90384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A1B3A9-A244-CBB4-9D72-54C9F1D5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E5A64A0-A346-21E6-5E84-D031D4FDD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330E9A-FF3C-BDA0-233D-6C54017ED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BF5564-72B1-59CF-12E5-73647E15A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2FAE0-7FC0-4958-B0BB-576237B7B66F}" type="datetimeFigureOut">
              <a:rPr lang="de-AT" smtClean="0"/>
              <a:t>08.05.2026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583400-9B04-C48B-042F-B30ECB340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DB6B89-F3F7-8572-6064-9110DE9D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1AFF-AF19-4AA0-8844-5D2690B9A6A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53099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FEE92-2B6A-2D29-F529-9589AC64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D129C7-C919-293A-F934-892D8910A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D89701-9DEA-10B4-05DF-9A43D5658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2FAE0-7FC0-4958-B0BB-576237B7B66F}" type="datetimeFigureOut">
              <a:rPr lang="de-AT" smtClean="0"/>
              <a:t>08.05.2026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18AF57-91EA-A17B-B8E6-919C24961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22D737-22C5-6CA4-B02E-463E6F49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1AFF-AF19-4AA0-8844-5D2690B9A6A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04921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1AB0691-FDD1-257B-A5FE-FC86D6B360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FC25A7B-35AE-1052-90A7-2DE7A8DFA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3DAB99-1EB3-FFFB-589A-E9369131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2FAE0-7FC0-4958-B0BB-576237B7B66F}" type="datetimeFigureOut">
              <a:rPr lang="de-AT" smtClean="0"/>
              <a:t>08.05.2026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A5D2B4-D5B0-4CC0-C2E6-BE30B432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55E011-23B0-9347-E59A-460B56B34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1AFF-AF19-4AA0-8844-5D2690B9A6A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6013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9D7969A-D77B-4920-1FF0-159522471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638DC9-9245-0283-68D4-60A6BD016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BB5EE0-8661-4FE7-2C03-1685E7EAF9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32FAE0-7FC0-4958-B0BB-576237B7B66F}" type="datetimeFigureOut">
              <a:rPr lang="de-AT" smtClean="0"/>
              <a:t>08.05.2026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5763A8-D6E1-2ADB-98A3-F5E790BA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4E7FCD-9491-5685-DCDA-AC6159225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5C1AFF-AF19-4AA0-8844-5D2690B9A6A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5506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4FE5A96-5124-17F3-B9E0-1006C124CA34}"/>
              </a:ext>
            </a:extLst>
          </p:cNvPr>
          <p:cNvSpPr txBox="1"/>
          <p:nvPr/>
        </p:nvSpPr>
        <p:spPr>
          <a:xfrm>
            <a:off x="1241185" y="1055307"/>
            <a:ext cx="62299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dirty="0" err="1">
                <a:latin typeface="Formula 1" panose="02000600000000000000" pitchFamily="2" charset="0"/>
              </a:rPr>
              <a:t>Kart</a:t>
            </a:r>
            <a:r>
              <a:rPr lang="de-DE" sz="6600" dirty="0">
                <a:latin typeface="Formula 1" panose="02000600000000000000" pitchFamily="2" charset="0"/>
              </a:rPr>
              <a:t> ´n´ Key</a:t>
            </a:r>
            <a:endParaRPr lang="de-AT" sz="6600" dirty="0">
              <a:latin typeface="Formula 1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894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Formula 1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Kalmbach Jonah</dc:creator>
  <cp:lastModifiedBy>Kalmbach Jonah</cp:lastModifiedBy>
  <cp:revision>3</cp:revision>
  <dcterms:created xsi:type="dcterms:W3CDTF">2026-05-08T08:19:56Z</dcterms:created>
  <dcterms:modified xsi:type="dcterms:W3CDTF">2026-05-08T08:23:38Z</dcterms:modified>
</cp:coreProperties>
</file>